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72E5"/>
                </a:solidFill>
                <a:latin typeface="Arial"/>
              </a:defRPr>
            </a:pPr>
            <a:r>
              <a:t>TOKAMAK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Internal Tools &amp; Projects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8C8"/>
                </a:solidFill>
                <a:latin typeface="Arial"/>
              </a:defRPr>
            </a:pPr>
            <a:r>
              <a:t>Developer Sourcing  ·  TOKAMAK Rally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5303520"/>
            <a:ext cx="4572000" cy="36576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8"/>
                </a:solidFill>
                <a:latin typeface="Arial"/>
              </a:defRPr>
            </a:pPr>
            <a:r>
              <a:t>Presented by Jaden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17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Developer Sourcing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Arial"/>
              </a:defRPr>
            </a:pPr>
            <a:r>
              <a:t>GitHub-based talent discovery + LinkedIn outreach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F4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TOKAMAK Rally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Arial"/>
              </a:defRPr>
            </a:pPr>
            <a:r>
              <a:t>Open-source blockchain racing game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A72E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Arial"/>
              </a:defRPr>
            </a:pPr>
            <a:r>
              <a:t>Roadmap and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17A"/>
                </a:solidFill>
                <a:latin typeface="Arial"/>
              </a:defRPr>
            </a:pPr>
            <a:r>
              <a:t>01  DEVELOPER SOURCING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931920" cy="30175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17A"/>
                </a:solidFill>
                <a:latin typeface="Arial"/>
              </a:defRPr>
            </a:pPr>
            <a:r>
              <a:t>🔍 GitHub Scan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Scans GitHub profiles using API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Checks repos, languages, contributions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Finds LinkedIn via Social Accounts API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192 candidates found (61 LinkedIn + 131 GitHub)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Auto-scoring with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645920"/>
            <a:ext cx="3931920" cy="30175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783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72E5"/>
                </a:solidFill>
                <a:latin typeface="Arial"/>
              </a:defRPr>
            </a:pPr>
            <a:r>
              <a:t>🎯 Scoring &amp;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94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Domain alignment: 35% (highest weight)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Execution ability: 25%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Contactability: 15%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Matches candidates against 14 team profiles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Score breakdown on hover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645920"/>
            <a:ext cx="3931920" cy="30175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19" y="1783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📨 LinkedIn Outreach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19" y="2194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Free connection requests (~100/week)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For non-connections: paid plan required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30 InMail messages per month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Send 8-10 outreach messages per week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15-day timeout → auto-reject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20640"/>
            <a:ext cx="1280160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5780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17A"/>
                </a:solidFill>
                <a:latin typeface="Arial"/>
              </a:defRPr>
            </a:pPr>
            <a:r>
              <a:t>📊 Current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79"/>
            <a:ext cx="12435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9 candidates contacted so far  →  4 declined  |  5 awaiting response (15-day timeout applies)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No major results yet — this is expected. We continue this effort.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This is NOT about filling open positions. We are building a long-term pipeline.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In a fast-changing industry, we want to keep doors open to meet promising talent — even if the chance is small.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F43"/>
                </a:solidFill>
                <a:latin typeface="Arial"/>
              </a:defRPr>
            </a:pPr>
            <a:r>
              <a:t>02  TOKAMAK RALLY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Arial"/>
              </a:defRPr>
            </a:pPr>
            <a:r>
              <a:t>Open-Source Blockchain Racing Game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93192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🎮 Game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Phaser.js + Vite (runs in web browser)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5 zones: Sand → Canyon → Riverbed → Mountain → Sprint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5 cars including TOKAMAK GT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121 waypoints / time-attack / drift mechanics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Procedural audio — no sound files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54480"/>
            <a:ext cx="393192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6916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72E5"/>
                </a:solidFill>
                <a:latin typeface="Arial"/>
              </a:defRPr>
            </a:pPr>
            <a:r>
              <a:t>🔗 Blockchain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312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MetaMask wallet connection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Sepolia testnet leaderboard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Guest play supported (no wallet needed)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Tournament system with TOKAMAK token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90% prize pool + 10% operator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554480"/>
            <a:ext cx="393192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19" y="16916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17A"/>
                </a:solidFill>
                <a:latin typeface="Arial"/>
              </a:defRPr>
            </a:pPr>
            <a:r>
              <a:t>📐 Design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19" y="210312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Open-source: Tokamak publishes, does not operate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Deterministic obstacles (seeded RNG)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Single linear track (no loops or forks)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Hard difficulty — average users will struggle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All original assets (no copyrighted material)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937760"/>
            <a:ext cx="12801600" cy="25603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🎨 Graphics &amp; Sound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1243584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258-color pixel art  |  20×28 car sprites with headlights/taillights  |  Zone-specific obstacles &amp; particle effects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Sprint zone: Tokamak Network banner walls on both sides + crowd behind  |  Finish line: checkered flag + spectators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Procedural audio via Web Audio API: engine, drift screech (1350Hz band), offroad friction, Eurobeat BGM at 170 BPM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Dust trail particles on unpaved roads  |  Real drift mechanic with body/movement direction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Arial"/>
              </a:defRPr>
            </a:pPr>
            <a:r>
              <a:t>TOKAMAK RALLY — FUTURE PLANS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64008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🚀 Short-Term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Deploy on Vercel for internal team testing (~14 members)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Collect feedback and adjust game balance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Deploy RallyLeaderboard contract on Sepolia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Iterate on difficulty and time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59436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72E5"/>
                </a:solidFill>
                <a:latin typeface="Arial"/>
              </a:defRPr>
            </a:pPr>
            <a:r>
              <a:t>🗺️ Feature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New courses with different themes and layouts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Map editor — custom track creation tool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More car roster with unique characteristics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Multiplayer ghost race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28016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17A"/>
                </a:solidFill>
                <a:latin typeface="Arial"/>
              </a:defRPr>
            </a:pPr>
            <a:r>
              <a:t>🔮 Long-Term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2435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Migrate from Sepolia testnet to Titan L2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Full tournament system with TOKAMAK token integration (entry fee → prize pool)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Community-created maps shared on-chain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Open-source model: anyone can fork, run, and extend the game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A72E5"/>
                </a:solidFill>
                <a:latin typeface="Arial"/>
              </a:defRPr>
            </a:pPr>
            <a:r>
              <a:t>03 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64008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17A"/>
                </a:solidFill>
                <a:latin typeface="Arial"/>
              </a:defRPr>
            </a:pPr>
            <a:r>
              <a:t>🔍 Developer Sourcing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Continue weekly outreach (8-10 per week)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Track response rates and refine messaging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Purchase LinkedIn Sales Navigator Core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Expand search criteria as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59436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Arial"/>
              </a:defRPr>
            </a:pPr>
            <a:r>
              <a:t>🎮 TOKAMAK Rally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Complete Vercel deployment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Internal team playtesting session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New course design + map editor prototype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Sepolia smart contract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280160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7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72E5"/>
                </a:solidFill>
                <a:latin typeface="Arial"/>
              </a:defRPr>
            </a:pPr>
            <a:r>
              <a:t>💡 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2435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Developer Sourcing: A low-cost, long-term effort to stay connected with potential talent in a changing landscape.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Arial"/>
              </a:defRPr>
            </a:pPr>
            <a:r>
              <a:t>TOKAMAK Rally: An open-source game that puts Tokamak Network's name in a fun, interactive format — ready for team testing soon.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3657600"/>
            <a:ext cx="3657600" cy="36576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8C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A72E5"/>
                </a:solidFill>
                <a:latin typeface="Arial"/>
              </a:defRPr>
            </a:pPr>
            <a:r>
              <a:t>Tokamak Network  |  L2 On-Demand, Tailored Ethereum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